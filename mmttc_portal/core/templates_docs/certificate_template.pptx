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906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32344258-3DCB-42BD-ACFD-2B8F43D84E2F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1520" y="272880"/>
            <a:ext cx="244368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904840" y="273240"/>
            <a:ext cx="41526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371520" y="1434960"/>
            <a:ext cx="244368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0620BC4-5994-40D4-B434-816BF188F347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56200" y="4800600"/>
            <a:ext cx="44571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56200" y="612720"/>
            <a:ext cx="445716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4760" lvl="1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520" lvl="2" indent="-288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920" lvl="3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8680" lvl="4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3440" lvl="5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8200" lvl="6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456200" y="5367240"/>
            <a:ext cx="445716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F6E22FF7-322E-4852-A631-BBAAD6552FA7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57280" y="2130480"/>
            <a:ext cx="631440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BD11598C-FCD0-43D8-9ACD-783332233C7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E9AA22D5-05EE-41AE-9565-214C7B3817CD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86320" y="274680"/>
            <a:ext cx="167076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1520" y="274680"/>
            <a:ext cx="489024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C44801D4-1445-4A7E-B80E-1566A1FC54B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65469ECD-1B8C-4EA0-9E31-33EF0BAC6629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86800" y="4406760"/>
            <a:ext cx="63144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3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86800" y="2906640"/>
            <a:ext cx="63144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D985893-F0D1-4C7C-B29A-90A7D1E139B8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77676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2B2213F8-BA85-4CB7-B52D-02C91A1DA2F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71520" y="1535040"/>
            <a:ext cx="32817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371520" y="2174760"/>
            <a:ext cx="32817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3774240" y="1535040"/>
            <a:ext cx="32832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3774240" y="2174760"/>
            <a:ext cx="32832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56786757-40BE-4A36-A5E9-FA092F342A0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EAA23844-51F1-419C-881B-313E8E7F912E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1996" r="-1996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6858000" y="5257800"/>
            <a:ext cx="2514240" cy="228600"/>
          </a:xfrm>
          <a:prstGeom prst="rect">
            <a:avLst/>
          </a:prstGeom>
          <a:solidFill>
            <a:srgbClr val="FDFB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14400" y="3657600"/>
            <a:ext cx="82292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1476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to certify that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{{FULL_NAME}}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has completed the {{COURSE_NAME}} under Malaviya Mission Teacher Training Programme (MM-TTP) of University Grants Commission (UGC) organized by UGC – Malaviya Mission Teacher Training Centre, Banaras Hindu University, Varanasi – 221005 (U.P.) from {{START_DATE}} to {{END_DATE}}.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227600" y="4878360"/>
            <a:ext cx="1828800" cy="13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1476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1476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1476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14760">
              <a:lnSpc>
                <a:spcPct val="100000"/>
              </a:lnSpc>
            </a:pPr>
            <a:r>
              <a:rPr lang="en-US" sz="1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{{QR_CODE}}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1476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1476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1476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1476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820160" y="2904120"/>
            <a:ext cx="6400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{{COURSE_NAME}}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Application>LibreOffice/26.2.3.2$Windows_X86_64 LibreOffice_project/70e089b17412e4cb7773e41413306b17a2328c34</Application>
  <AppVersion>15.0000</AppVersion>
  <Words>61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HP</dc:creator>
  <dc:description>generated using python-pptx</dc:description>
  <dc:language>en-US</dc:language>
  <cp:lastModifiedBy/>
  <dcterms:modified xsi:type="dcterms:W3CDTF">2026-06-05T13:18:39Z</dcterms:modified>
  <cp:revision>36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Paper (210x297 mm)</vt:lpwstr>
  </property>
  <property fmtid="{D5CDD505-2E9C-101B-9397-08002B2CF9AE}" pid="3" name="Slides">
    <vt:i4>1</vt:i4>
  </property>
</Properties>
</file>