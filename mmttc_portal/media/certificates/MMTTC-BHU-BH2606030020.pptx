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1pPr>
    <a:lvl2pPr marL="1303561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2pPr>
    <a:lvl3pPr marL="2607127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3pPr>
    <a:lvl4pPr marL="3910686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4pPr>
    <a:lvl5pPr marL="5214254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5pPr>
    <a:lvl6pPr marL="6517813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6pPr>
    <a:lvl7pPr marL="7821374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7pPr>
    <a:lvl8pPr marL="9124940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8pPr>
    <a:lvl9pPr marL="10428501" algn="l" defTabSz="1303561" rtl="0" eaLnBrk="1" latinLnBrk="0" hangingPunct="1">
      <a:defRPr sz="513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3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0E3CA-8F89-466E-81F9-524E6C6CD9B8}" v="38" dt="2026-06-04T10:40:38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65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632" y="-596"/>
      </p:cViewPr>
      <p:guideLst>
        <p:guide orient="horz" pos="2160"/>
        <p:guide pos="23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213" y="2130440"/>
            <a:ext cx="6315075" cy="14700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4425" y="3886200"/>
            <a:ext cx="520065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8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2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7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77" y="4406903"/>
            <a:ext cx="6315075" cy="1362076"/>
          </a:xfrm>
        </p:spPr>
        <p:txBody>
          <a:bodyPr anchor="t"/>
          <a:lstStyle>
            <a:lvl1pPr algn="l">
              <a:defRPr sz="12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877" y="2906727"/>
            <a:ext cx="6315075" cy="1500187"/>
          </a:xfrm>
        </p:spPr>
        <p:txBody>
          <a:bodyPr anchor="b"/>
          <a:lstStyle>
            <a:lvl1pPr marL="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1pPr>
            <a:lvl2pPr marL="1467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2pPr>
            <a:lvl3pPr marL="2934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3pPr>
            <a:lvl4pPr marL="4401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4pPr>
            <a:lvl5pPr marL="5868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5pPr>
            <a:lvl6pPr marL="7335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6pPr>
            <a:lvl7pPr marL="8802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7pPr>
            <a:lvl8pPr marL="102689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8pPr>
            <a:lvl9pPr marL="117359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5" y="1600200"/>
            <a:ext cx="3281363" cy="4525966"/>
          </a:xfrm>
        </p:spPr>
        <p:txBody>
          <a:bodyPr/>
          <a:lstStyle>
            <a:lvl1pPr>
              <a:defRPr sz="108"/>
            </a:lvl1pPr>
            <a:lvl2pPr>
              <a:defRPr sz="108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6662" y="1600200"/>
            <a:ext cx="3281363" cy="4525966"/>
          </a:xfrm>
        </p:spPr>
        <p:txBody>
          <a:bodyPr/>
          <a:lstStyle>
            <a:lvl1pPr>
              <a:defRPr sz="108"/>
            </a:lvl1pPr>
            <a:lvl2pPr>
              <a:defRPr sz="108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476" y="1535114"/>
            <a:ext cx="3282655" cy="639766"/>
          </a:xfrm>
        </p:spPr>
        <p:txBody>
          <a:bodyPr anchor="b"/>
          <a:lstStyle>
            <a:lvl1pPr marL="0" indent="0">
              <a:buNone/>
              <a:defRPr sz="108" b="1"/>
            </a:lvl1pPr>
            <a:lvl2pPr marL="14670" indent="0">
              <a:buNone/>
              <a:defRPr sz="108" b="1"/>
            </a:lvl2pPr>
            <a:lvl3pPr marL="29340" indent="0">
              <a:buNone/>
              <a:defRPr sz="108" b="1"/>
            </a:lvl3pPr>
            <a:lvl4pPr marL="44010" indent="0">
              <a:buNone/>
              <a:defRPr sz="108" b="1"/>
            </a:lvl4pPr>
            <a:lvl5pPr marL="58680" indent="0">
              <a:buNone/>
              <a:defRPr sz="108" b="1"/>
            </a:lvl5pPr>
            <a:lvl6pPr marL="73350" indent="0">
              <a:buNone/>
              <a:defRPr sz="108" b="1"/>
            </a:lvl6pPr>
            <a:lvl7pPr marL="88020" indent="0">
              <a:buNone/>
              <a:defRPr sz="108" b="1"/>
            </a:lvl7pPr>
            <a:lvl8pPr marL="102689" indent="0">
              <a:buNone/>
              <a:defRPr sz="108" b="1"/>
            </a:lvl8pPr>
            <a:lvl9pPr marL="117359" indent="0">
              <a:buNone/>
              <a:defRPr sz="1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476" y="2174880"/>
            <a:ext cx="3282655" cy="3951286"/>
          </a:xfrm>
        </p:spPr>
        <p:txBody>
          <a:bodyPr/>
          <a:lstStyle>
            <a:lvl1pPr>
              <a:defRPr sz="108"/>
            </a:lvl1pPr>
            <a:lvl2pPr>
              <a:defRPr sz="108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74089" y="1535114"/>
            <a:ext cx="3283940" cy="639766"/>
          </a:xfrm>
        </p:spPr>
        <p:txBody>
          <a:bodyPr anchor="b"/>
          <a:lstStyle>
            <a:lvl1pPr marL="0" indent="0">
              <a:buNone/>
              <a:defRPr sz="108" b="1"/>
            </a:lvl1pPr>
            <a:lvl2pPr marL="14670" indent="0">
              <a:buNone/>
              <a:defRPr sz="108" b="1"/>
            </a:lvl2pPr>
            <a:lvl3pPr marL="29340" indent="0">
              <a:buNone/>
              <a:defRPr sz="108" b="1"/>
            </a:lvl3pPr>
            <a:lvl4pPr marL="44010" indent="0">
              <a:buNone/>
              <a:defRPr sz="108" b="1"/>
            </a:lvl4pPr>
            <a:lvl5pPr marL="58680" indent="0">
              <a:buNone/>
              <a:defRPr sz="108" b="1"/>
            </a:lvl5pPr>
            <a:lvl6pPr marL="73350" indent="0">
              <a:buNone/>
              <a:defRPr sz="108" b="1"/>
            </a:lvl6pPr>
            <a:lvl7pPr marL="88020" indent="0">
              <a:buNone/>
              <a:defRPr sz="108" b="1"/>
            </a:lvl7pPr>
            <a:lvl8pPr marL="102689" indent="0">
              <a:buNone/>
              <a:defRPr sz="108" b="1"/>
            </a:lvl8pPr>
            <a:lvl9pPr marL="117359" indent="0">
              <a:buNone/>
              <a:defRPr sz="1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74089" y="2174880"/>
            <a:ext cx="3283940" cy="3951286"/>
          </a:xfrm>
        </p:spPr>
        <p:txBody>
          <a:bodyPr/>
          <a:lstStyle>
            <a:lvl1pPr>
              <a:defRPr sz="108"/>
            </a:lvl1pPr>
            <a:lvl2pPr>
              <a:defRPr sz="108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6" y="273053"/>
            <a:ext cx="2444252" cy="1162050"/>
          </a:xfrm>
        </p:spPr>
        <p:txBody>
          <a:bodyPr anchor="b"/>
          <a:lstStyle>
            <a:lvl1pPr algn="l">
              <a:defRPr sz="10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730" y="273064"/>
            <a:ext cx="4153299" cy="5853113"/>
          </a:xfrm>
        </p:spPr>
        <p:txBody>
          <a:bodyPr/>
          <a:lstStyle>
            <a:lvl1pPr>
              <a:defRPr sz="108"/>
            </a:lvl1pPr>
            <a:lvl2pPr>
              <a:defRPr sz="108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6" y="1435114"/>
            <a:ext cx="2444252" cy="4691063"/>
          </a:xfrm>
        </p:spPr>
        <p:txBody>
          <a:bodyPr/>
          <a:lstStyle>
            <a:lvl1pPr marL="0" indent="0">
              <a:buNone/>
              <a:defRPr sz="108"/>
            </a:lvl1pPr>
            <a:lvl2pPr marL="14670" indent="0">
              <a:buNone/>
              <a:defRPr sz="108"/>
            </a:lvl2pPr>
            <a:lvl3pPr marL="29340" indent="0">
              <a:buNone/>
              <a:defRPr sz="108"/>
            </a:lvl3pPr>
            <a:lvl4pPr marL="44010" indent="0">
              <a:buNone/>
              <a:defRPr sz="108"/>
            </a:lvl4pPr>
            <a:lvl5pPr marL="58680" indent="0">
              <a:buNone/>
              <a:defRPr sz="108"/>
            </a:lvl5pPr>
            <a:lvl6pPr marL="73350" indent="0">
              <a:buNone/>
              <a:defRPr sz="108"/>
            </a:lvl6pPr>
            <a:lvl7pPr marL="88020" indent="0">
              <a:buNone/>
              <a:defRPr sz="108"/>
            </a:lvl7pPr>
            <a:lvl8pPr marL="102689" indent="0">
              <a:buNone/>
              <a:defRPr sz="108"/>
            </a:lvl8pPr>
            <a:lvl9pPr marL="117359" indent="0">
              <a:buNone/>
              <a:defRPr sz="1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236" y="4800613"/>
            <a:ext cx="4457700" cy="566737"/>
          </a:xfrm>
        </p:spPr>
        <p:txBody>
          <a:bodyPr anchor="b"/>
          <a:lstStyle>
            <a:lvl1pPr algn="l">
              <a:defRPr sz="10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56236" y="612773"/>
            <a:ext cx="4457700" cy="4114800"/>
          </a:xfrm>
        </p:spPr>
        <p:txBody>
          <a:bodyPr/>
          <a:lstStyle>
            <a:lvl1pPr marL="0" indent="0">
              <a:buNone/>
              <a:defRPr sz="108"/>
            </a:lvl1pPr>
            <a:lvl2pPr marL="14670" indent="0">
              <a:buNone/>
              <a:defRPr sz="108"/>
            </a:lvl2pPr>
            <a:lvl3pPr marL="29340" indent="0">
              <a:buNone/>
              <a:defRPr sz="108"/>
            </a:lvl3pPr>
            <a:lvl4pPr marL="44010" indent="0">
              <a:buNone/>
              <a:defRPr sz="108"/>
            </a:lvl4pPr>
            <a:lvl5pPr marL="58680" indent="0">
              <a:buNone/>
              <a:defRPr sz="108"/>
            </a:lvl5pPr>
            <a:lvl6pPr marL="73350" indent="0">
              <a:buNone/>
              <a:defRPr sz="108"/>
            </a:lvl6pPr>
            <a:lvl7pPr marL="88020" indent="0">
              <a:buNone/>
              <a:defRPr sz="108"/>
            </a:lvl7pPr>
            <a:lvl8pPr marL="102689" indent="0">
              <a:buNone/>
              <a:defRPr sz="108"/>
            </a:lvl8pPr>
            <a:lvl9pPr marL="117359" indent="0">
              <a:buNone/>
              <a:defRPr sz="1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236" y="5367350"/>
            <a:ext cx="4457700" cy="804863"/>
          </a:xfrm>
        </p:spPr>
        <p:txBody>
          <a:bodyPr/>
          <a:lstStyle>
            <a:lvl1pPr marL="0" indent="0">
              <a:buNone/>
              <a:defRPr sz="108"/>
            </a:lvl1pPr>
            <a:lvl2pPr marL="14670" indent="0">
              <a:buNone/>
              <a:defRPr sz="108"/>
            </a:lvl2pPr>
            <a:lvl3pPr marL="29340" indent="0">
              <a:buNone/>
              <a:defRPr sz="108"/>
            </a:lvl3pPr>
            <a:lvl4pPr marL="44010" indent="0">
              <a:buNone/>
              <a:defRPr sz="108"/>
            </a:lvl4pPr>
            <a:lvl5pPr marL="58680" indent="0">
              <a:buNone/>
              <a:defRPr sz="108"/>
            </a:lvl5pPr>
            <a:lvl6pPr marL="73350" indent="0">
              <a:buNone/>
              <a:defRPr sz="108"/>
            </a:lvl6pPr>
            <a:lvl7pPr marL="88020" indent="0">
              <a:buNone/>
              <a:defRPr sz="108"/>
            </a:lvl7pPr>
            <a:lvl8pPr marL="102689" indent="0">
              <a:buNone/>
              <a:defRPr sz="108"/>
            </a:lvl8pPr>
            <a:lvl9pPr marL="117359" indent="0">
              <a:buNone/>
              <a:defRPr sz="1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86387" y="274654"/>
            <a:ext cx="1671638" cy="58515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475" y="274654"/>
            <a:ext cx="4891088" cy="58515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274636"/>
            <a:ext cx="668655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475" y="1600200"/>
            <a:ext cx="6686550" cy="4525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475" y="6356367"/>
            <a:ext cx="173355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38413" y="6356367"/>
            <a:ext cx="2352675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4475" y="6356367"/>
            <a:ext cx="173355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670" rtl="0" eaLnBrk="1" latinLnBrk="0" hangingPunct="1">
        <a:spcBef>
          <a:spcPct val="0"/>
        </a:spcBef>
        <a:buNone/>
        <a:defRPr sz="1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03" indent="-11003" algn="l" defTabSz="14670" rtl="0" eaLnBrk="1" latinLnBrk="0" hangingPunct="1">
        <a:spcBef>
          <a:spcPct val="20000"/>
        </a:spcBef>
        <a:buFont typeface="Arial"/>
        <a:buChar char="•"/>
        <a:defRPr sz="108" kern="1200">
          <a:solidFill>
            <a:schemeClr val="tx1"/>
          </a:solidFill>
          <a:latin typeface="+mn-lt"/>
          <a:ea typeface="+mn-ea"/>
          <a:cs typeface="+mn-cs"/>
        </a:defRPr>
      </a:lvl1pPr>
      <a:lvl2pPr marL="23839" indent="-9169" algn="l" defTabSz="14670" rtl="0" eaLnBrk="1" latinLnBrk="0" hangingPunct="1">
        <a:spcBef>
          <a:spcPct val="20000"/>
        </a:spcBef>
        <a:buFont typeface="Arial"/>
        <a:buChar char="–"/>
        <a:defRPr sz="108" kern="1200">
          <a:solidFill>
            <a:schemeClr val="tx1"/>
          </a:solidFill>
          <a:latin typeface="+mn-lt"/>
          <a:ea typeface="+mn-ea"/>
          <a:cs typeface="+mn-cs"/>
        </a:defRPr>
      </a:lvl2pPr>
      <a:lvl3pPr marL="36675" indent="-7335" algn="l" defTabSz="14670" rtl="0" eaLnBrk="1" latinLnBrk="0" hangingPunct="1">
        <a:spcBef>
          <a:spcPct val="20000"/>
        </a:spcBef>
        <a:buFont typeface="Arial"/>
        <a:buChar char="•"/>
        <a:defRPr sz="108" kern="1200">
          <a:solidFill>
            <a:schemeClr val="tx1"/>
          </a:solidFill>
          <a:latin typeface="+mn-lt"/>
          <a:ea typeface="+mn-ea"/>
          <a:cs typeface="+mn-cs"/>
        </a:defRPr>
      </a:lvl3pPr>
      <a:lvl4pPr marL="51345" indent="-7335" algn="l" defTabSz="14670" rtl="0" eaLnBrk="1" latinLnBrk="0" hangingPunct="1">
        <a:spcBef>
          <a:spcPct val="20000"/>
        </a:spcBef>
        <a:buFont typeface="Arial"/>
        <a:buChar char="–"/>
        <a:defRPr sz="108" kern="1200">
          <a:solidFill>
            <a:schemeClr val="tx1"/>
          </a:solidFill>
          <a:latin typeface="+mn-lt"/>
          <a:ea typeface="+mn-ea"/>
          <a:cs typeface="+mn-cs"/>
        </a:defRPr>
      </a:lvl4pPr>
      <a:lvl5pPr marL="66015" indent="-7335" algn="l" defTabSz="14670" rtl="0" eaLnBrk="1" latinLnBrk="0" hangingPunct="1">
        <a:spcBef>
          <a:spcPct val="20000"/>
        </a:spcBef>
        <a:buFont typeface="Arial"/>
        <a:buChar char="»"/>
        <a:defRPr sz="108" kern="1200">
          <a:solidFill>
            <a:schemeClr val="tx1"/>
          </a:solidFill>
          <a:latin typeface="+mn-lt"/>
          <a:ea typeface="+mn-ea"/>
          <a:cs typeface="+mn-cs"/>
        </a:defRPr>
      </a:lvl5pPr>
      <a:lvl6pPr marL="80685" indent="-7335" algn="l" defTabSz="14670" rtl="0" eaLnBrk="1" latinLnBrk="0" hangingPunct="1">
        <a:spcBef>
          <a:spcPct val="20000"/>
        </a:spcBef>
        <a:buFont typeface="Arial"/>
        <a:buChar char="•"/>
        <a:defRPr sz="108" kern="1200">
          <a:solidFill>
            <a:schemeClr val="tx1"/>
          </a:solidFill>
          <a:latin typeface="+mn-lt"/>
          <a:ea typeface="+mn-ea"/>
          <a:cs typeface="+mn-cs"/>
        </a:defRPr>
      </a:lvl6pPr>
      <a:lvl7pPr marL="95355" indent="-7335" algn="l" defTabSz="14670" rtl="0" eaLnBrk="1" latinLnBrk="0" hangingPunct="1">
        <a:spcBef>
          <a:spcPct val="20000"/>
        </a:spcBef>
        <a:buFont typeface="Arial"/>
        <a:buChar char="•"/>
        <a:defRPr sz="108" kern="1200">
          <a:solidFill>
            <a:schemeClr val="tx1"/>
          </a:solidFill>
          <a:latin typeface="+mn-lt"/>
          <a:ea typeface="+mn-ea"/>
          <a:cs typeface="+mn-cs"/>
        </a:defRPr>
      </a:lvl7pPr>
      <a:lvl8pPr marL="110025" indent="-7335" algn="l" defTabSz="14670" rtl="0" eaLnBrk="1" latinLnBrk="0" hangingPunct="1">
        <a:spcBef>
          <a:spcPct val="20000"/>
        </a:spcBef>
        <a:buFont typeface="Arial"/>
        <a:buChar char="•"/>
        <a:defRPr sz="108" kern="1200">
          <a:solidFill>
            <a:schemeClr val="tx1"/>
          </a:solidFill>
          <a:latin typeface="+mn-lt"/>
          <a:ea typeface="+mn-ea"/>
          <a:cs typeface="+mn-cs"/>
        </a:defRPr>
      </a:lvl8pPr>
      <a:lvl9pPr marL="124694" indent="-7335" algn="l" defTabSz="14670" rtl="0" eaLnBrk="1" latinLnBrk="0" hangingPunct="1">
        <a:spcBef>
          <a:spcPct val="20000"/>
        </a:spcBef>
        <a:buFont typeface="Arial"/>
        <a:buChar char="•"/>
        <a:defRPr sz="1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1pPr>
      <a:lvl2pPr marL="14670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2pPr>
      <a:lvl3pPr marL="29340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3pPr>
      <a:lvl4pPr marL="44010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4pPr>
      <a:lvl5pPr marL="58680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5pPr>
      <a:lvl6pPr marL="73350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6pPr>
      <a:lvl7pPr marL="88020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7pPr>
      <a:lvl8pPr marL="102689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8pPr>
      <a:lvl9pPr marL="117359" algn="l" defTabSz="14670" rtl="0" eaLnBrk="1" latinLnBrk="0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044334"/>
              </p:ext>
            </p:extLst>
          </p:nvPr>
        </p:nvGraphicFramePr>
        <p:xfrm>
          <a:off x="1748971" y="2883751"/>
          <a:ext cx="6437086" cy="43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7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3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</a:rPr>
                        <a:t>{{COURSE_NAME}}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245856"/>
              </p:ext>
            </p:extLst>
          </p:nvPr>
        </p:nvGraphicFramePr>
        <p:xfrm>
          <a:off x="925286" y="3584448"/>
          <a:ext cx="8077200" cy="1488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8829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  <a:cs typeface="Microsoft Tai Le" panose="020B0502040204020203" pitchFamily="34" charset="0"/>
                        </a:rPr>
                        <a:t>This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+mn-lt"/>
                          <a:cs typeface="Microsoft Tai Le" panose="020B0502040204020203" pitchFamily="34" charset="0"/>
                        </a:rPr>
                        <a:t> is to certify that {{FULL_NAME}}, has completed the {{COURSE_NAME}} under </a:t>
                      </a:r>
                      <a:r>
                        <a:rPr lang="en-US" sz="1600" b="0" baseline="0" dirty="0" err="1">
                          <a:solidFill>
                            <a:schemeClr val="tx1"/>
                          </a:solidFill>
                          <a:latin typeface="+mn-lt"/>
                          <a:cs typeface="Microsoft Tai Le" panose="020B0502040204020203" pitchFamily="34" charset="0"/>
                        </a:rPr>
                        <a:t>Malaviya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+mn-lt"/>
                          <a:cs typeface="Microsoft Tai Le" panose="020B0502040204020203" pitchFamily="34" charset="0"/>
                        </a:rPr>
                        <a:t> Mission Teacher Training </a:t>
                      </a:r>
                      <a:r>
                        <a:rPr lang="en-US" sz="1600" b="0" baseline="0" dirty="0" err="1">
                          <a:solidFill>
                            <a:schemeClr val="tx1"/>
                          </a:solidFill>
                          <a:latin typeface="+mn-lt"/>
                          <a:cs typeface="Microsoft Tai Le" panose="020B0502040204020203" pitchFamily="34" charset="0"/>
                        </a:rPr>
                        <a:t>Programme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+mn-lt"/>
                          <a:cs typeface="Microsoft Tai Le" panose="020B0502040204020203" pitchFamily="34" charset="0"/>
                        </a:rPr>
                        <a:t> (MM-TTP) of University Grants Commission (UGC) organized by UGC – </a:t>
                      </a:r>
                      <a:r>
                        <a:rPr lang="en-US" sz="1600" b="0" baseline="0" dirty="0" err="1">
                          <a:solidFill>
                            <a:schemeClr val="tx1"/>
                          </a:solidFill>
                          <a:latin typeface="+mn-lt"/>
                          <a:cs typeface="Microsoft Tai Le" panose="020B0502040204020203" pitchFamily="34" charset="0"/>
                        </a:rPr>
                        <a:t>Malaviya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+mn-lt"/>
                          <a:cs typeface="Microsoft Tai Le" panose="020B0502040204020203" pitchFamily="34" charset="0"/>
                        </a:rPr>
                        <a:t> Mission Teacher Training Centre, Banaras Hindu University, Varanasi – 221005 (U.P.) from {{START_DATE}} to {{END_DATE}}.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+mn-lt"/>
                        <a:cs typeface="Microsoft Tai Le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5463DF-D8F8-0D72-EDEA-3F65CC4E1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737045"/>
              </p:ext>
            </p:extLst>
          </p:nvPr>
        </p:nvGraphicFramePr>
        <p:xfrm>
          <a:off x="1040913" y="5450952"/>
          <a:ext cx="143983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839">
                  <a:extLst>
                    <a:ext uri="{9D8B030D-6E8A-4147-A177-3AD203B41FA5}">
                      <a16:colId xmlns:a16="http://schemas.microsoft.com/office/drawing/2014/main" val="1697195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{{QR_CODE}}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059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61</Words>
  <Application>Microsoft Office PowerPoint</Application>
  <PresentationFormat>A4 Paper (210x297 mm)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26</cp:revision>
  <dcterms:created xsi:type="dcterms:W3CDTF">2013-01-27T09:14:16Z</dcterms:created>
  <dcterms:modified xsi:type="dcterms:W3CDTF">2026-06-04T10:42:08Z</dcterms:modified>
  <cp:category/>
</cp:coreProperties>
</file>