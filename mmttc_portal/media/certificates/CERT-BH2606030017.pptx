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D7E0E337-0434-4A66-819B-4CCDDB932272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C05A8CE-A669-4B5E-906F-524B9DB21D40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99DBDE33-7B38-4201-9F81-391EA53B2C2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640F472-C04F-4413-9546-BC0930CDDA12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87E610EE-5B89-4C47-BE3D-51B35A90182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2CF3DCA-EEB6-4819-AEA3-C066E8DB15E2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7E4DF0F-5D0E-4ADD-A984-5469EEE5E63D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ED69849-3B01-4CFC-97F1-D3A06105CC1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DC9F66F4-AE0E-4A41-ABEB-D3321C922A7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B3AF751-60DB-4709-82B1-0D7AB4155322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D51BA84-7865-4974-BFF4-DF2114A39813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360" y="5257800"/>
            <a:ext cx="2514240" cy="228600"/>
          </a:xfrm>
          <a:prstGeom prst="rect">
            <a:avLst/>
          </a:prstGeom>
          <a:solidFill>
            <a:srgbClr val="F8F8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Test 4, has completed the Refresher Course in Geography  under Malaviya Mission Teacher Training Programme (MM-TTP) of University Grants Commission (UGC) organized by UGC – Malaviya Mission Teacher Training Centre, Banaras Hindu University, Varanasi – 221005 (U.P.) from 18-08-2026 to 02-09-2026.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Refresher Course in Geography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30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6144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2026-06-05T12:46:03Z</dcterms:modified>
  <cp:revision>31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