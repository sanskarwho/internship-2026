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906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57280" y="2130480"/>
            <a:ext cx="631476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37152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2538360" y="6356520"/>
            <a:ext cx="2352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532440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</a:pPr>
            <a:fld id="{A400D010-F1A4-4D3C-ABE0-86E126AF3631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628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668628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37152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2538360" y="6356520"/>
            <a:ext cx="2352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532440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</a:pPr>
            <a:fld id="{D0566BD9-7BE0-40E2-A522-9165FA6B3D72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386320" y="274680"/>
            <a:ext cx="167112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14760">
              <a:lnSpc>
                <a:spcPct val="100000"/>
              </a:lnSpc>
              <a:buNone/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71520" y="274680"/>
            <a:ext cx="489060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37152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2538360" y="6356520"/>
            <a:ext cx="2352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532440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</a:pPr>
            <a:fld id="{4CC59589-C064-4EB8-9A36-91065E3A34C5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628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668628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37152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2538360" y="6356520"/>
            <a:ext cx="2352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532440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</a:pPr>
            <a:fld id="{6B91721C-8C36-4128-925A-FDD2F11AF9E9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86800" y="4406760"/>
            <a:ext cx="631476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buNone/>
              <a:defRPr lang="en-US" sz="13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</a:pPr>
            <a:r>
              <a:rPr lang="en-US" sz="13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3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86800" y="2906640"/>
            <a:ext cx="631476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37152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2538360" y="6356520"/>
            <a:ext cx="2352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532440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</a:pPr>
            <a:fld id="{9110A623-F552-4238-9EFD-18B122B2AA36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628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32810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3776760" y="1600200"/>
            <a:ext cx="32810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37152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2538360" y="6356520"/>
            <a:ext cx="2352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532440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</a:pPr>
            <a:fld id="{0ED7B3C9-EF65-48AE-A4F1-65D5445E91B9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628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371520" y="1535040"/>
            <a:ext cx="32821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71520" y="2174760"/>
            <a:ext cx="32821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3774240" y="1535040"/>
            <a:ext cx="32835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3774240" y="2174760"/>
            <a:ext cx="32835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37152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2538360" y="6356520"/>
            <a:ext cx="2352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532440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</a:pPr>
            <a:fld id="{0ABB8053-8479-445F-8251-5D1DA86544BA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628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37152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2538360" y="6356520"/>
            <a:ext cx="2352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532440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</a:pPr>
            <a:fld id="{6D90A132-8E0D-4545-AA24-8A549CF424FA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37152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2538360" y="6356520"/>
            <a:ext cx="2352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532440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</a:pPr>
            <a:fld id="{18EA5B86-8CF7-4F81-AF0B-230885DC5496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71520" y="272880"/>
            <a:ext cx="244404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buNone/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2904840" y="273240"/>
            <a:ext cx="415296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371520" y="1434960"/>
            <a:ext cx="244404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37152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2538360" y="6356520"/>
            <a:ext cx="2352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532440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</a:pPr>
            <a:fld id="{3D00F012-AB3D-4C69-8B72-786C9BCACBAF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456200" y="4800600"/>
            <a:ext cx="445752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buNone/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456200" y="612720"/>
            <a:ext cx="445752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14760">
              <a:spcBef>
                <a:spcPts val="2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147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147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14760">
              <a:spcBef>
                <a:spcPts val="2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4760" lvl="1" algn="l" defTabSz="14760"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520" lvl="2" algn="l" defTabSz="14760"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920" lvl="3" algn="l" defTabSz="14760"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8680" lvl="4" algn="l" defTabSz="14760"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3440" lvl="5" algn="l" defTabSz="147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8200" lvl="6" algn="l" defTabSz="147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456200" y="5367240"/>
            <a:ext cx="445752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37152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2538360" y="6356520"/>
            <a:ext cx="2352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5324400" y="6356520"/>
            <a:ext cx="1733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</a:pPr>
            <a:fld id="{F79E35C0-ECEE-4BA8-8EE9-25EF6B513A35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 l="-1998" r="-1998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6858000" y="5257800"/>
            <a:ext cx="2514600" cy="346320"/>
          </a:xfrm>
          <a:prstGeom prst="rect">
            <a:avLst/>
          </a:prstGeom>
          <a:solidFill>
            <a:srgbClr val="F9F9CE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914400" y="3657600"/>
            <a:ext cx="8229600" cy="1371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defTabSz="1476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This is to certify that Test 4, has completed the Refresher Course in Comparative Literature under Malaviya Mission Teacher Training Programme (MM-TTP) of University Grants Commission (UGC) organized by UGC – Malaviya Mission Teacher Training Centre, Banaras Hindu University, Varanasi – 221005 (U.P.) from 03-10-2026 to 17-10-2026.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811880" y="2971800"/>
            <a:ext cx="64008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18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Refresher Course in Comparative Literature</a:t>
            </a:r>
            <a:endParaRPr lang="en-US" sz="1800" b="0" u="none" strike="noStrik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63" name="Picture 62" descr="MMTTC-BHU-BH2606030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029200"/>
            <a:ext cx="1371600" cy="91440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Application>LibreOffice/26.2.3.2$Windows_X86_64 LibreOffice_project/70e089b17412e4cb7773e41413306b17a2328c34</Application>
  <AppVersion>15.0000</AppVersion>
  <Words>61</Word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HP</dc:creator>
  <dc:description>generated using python-pptx</dc:description>
  <dc:language>en-US</dc:language>
  <cp:lastModifiedBy/>
  <dcterms:modified xsi:type="dcterms:W3CDTF">2026-06-05T12:22:49Z</dcterms:modified>
  <cp:revision>29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A4 Paper (210x297 mm)</vt:lpwstr>
  </property>
  <property fmtid="{D5CDD505-2E9C-101B-9397-08002B2CF9AE}" pid="3" name="Slides">
    <vt:i4>1</vt:i4>
  </property>
</Properties>
</file>