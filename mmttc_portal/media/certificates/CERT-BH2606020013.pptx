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B8FA410-D523-4905-B39F-BE4DEF7FD0E5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4C39D1F-9D5A-475D-9C81-318082E0A801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1FADEC8-5A28-4B1A-997A-4BE8BF2D61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D8A1A1C-ED21-4F00-A9CB-4E54A8F9AF9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8C74C1AF-5042-4C40-BF8C-55FB921BA033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C7B78F5-BF66-48E3-A8A1-C5D54BFAF28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8C2A2213-4AEB-45B1-AD07-79744C640903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674BE47-D60F-47FA-84C1-F8EEF803351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9E87AE7A-2721-4936-8F56-EADE925CB3B3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0269ED43-7A06-43C5-A614-982B694BEF66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878D28FD-55BD-4EC4-B7E6-3E36D5A2F7F5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360" y="5257800"/>
            <a:ext cx="2514240" cy="228600"/>
          </a:xfrm>
          <a:prstGeom prst="rect">
            <a:avLst/>
          </a:prstGeom>
          <a:solidFill>
            <a:srgbClr val="F8F8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Test 4, has completed the 19th Faculty Induction Programme under Malaviya Mission Teacher Training Programme (MM-TTP) of University Grants Commission (UGC) organized by UGC – Malaviya Mission Teacher Training Centre, Banaras Hindu University, Varanasi – 221005 (U.P.) from 14-07-2026 to 10-08-2026.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19th Faculty Induction Programme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20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487836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2026-06-05T12:54:02Z</dcterms:modified>
  <cp:revision>32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