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906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40350093-0728-4683-8139-5E7FC57D0D67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71520" y="272880"/>
            <a:ext cx="244368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14760">
              <a:lnSpc>
                <a:spcPct val="100000"/>
              </a:lnSpc>
              <a:buNone/>
              <a:tabLst>
                <a:tab pos="0" algn="l"/>
              </a:tabLst>
              <a:def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1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2904840" y="273240"/>
            <a:ext cx="415260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371520" y="1434960"/>
            <a:ext cx="244368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4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5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6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0FA7B0F4-C123-42B9-87E7-3231FD2C1BAA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456200" y="4800600"/>
            <a:ext cx="445716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14760">
              <a:lnSpc>
                <a:spcPct val="100000"/>
              </a:lnSpc>
              <a:buNone/>
              <a:tabLst>
                <a:tab pos="0" algn="l"/>
              </a:tabLst>
              <a:def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1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456200" y="612720"/>
            <a:ext cx="445716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1476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1476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4760" lvl="1" indent="-324000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9520" lvl="2" indent="-288000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3920" lvl="3" indent="-216000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8680" lvl="4" indent="-216000" algn="l" defTabSz="14760">
              <a:lnSpc>
                <a:spcPct val="100000"/>
              </a:lnSpc>
              <a:spcBef>
                <a:spcPts val="2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3440" lvl="5" indent="-216000" algn="l" defTabSz="1476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8200" lvl="6" indent="-216000" algn="l" defTabSz="1476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456200" y="5367240"/>
            <a:ext cx="445716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7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8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2E64D823-0040-4BB8-9AE3-F7B4BE59A783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57280" y="2130480"/>
            <a:ext cx="631440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14760">
              <a:lnSpc>
                <a:spcPct val="100000"/>
              </a:lnSpc>
              <a:buNone/>
              <a:tabLst>
                <a:tab pos="0" algn="l"/>
              </a:tabLst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0F064F4D-2551-48C8-BE4C-4882483D8740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371520" y="274680"/>
            <a:ext cx="668592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14760">
              <a:lnSpc>
                <a:spcPct val="100000"/>
              </a:lnSpc>
              <a:buNone/>
              <a:tabLst>
                <a:tab pos="0" algn="l"/>
              </a:tabLst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371520" y="1600200"/>
            <a:ext cx="668592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2FEC2087-4C90-4CD7-B66F-1F61829BFCAA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386320" y="274680"/>
            <a:ext cx="167076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14760">
              <a:lnSpc>
                <a:spcPct val="100000"/>
              </a:lnSpc>
              <a:buNone/>
              <a:tabLst>
                <a:tab pos="0" algn="l"/>
              </a:tabLst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371520" y="274680"/>
            <a:ext cx="489024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5A522364-6352-477C-B98D-C06A96D0B434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371520" y="274680"/>
            <a:ext cx="668592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14760">
              <a:lnSpc>
                <a:spcPct val="100000"/>
              </a:lnSpc>
              <a:buNone/>
              <a:tabLst>
                <a:tab pos="0" algn="l"/>
              </a:tabLst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371520" y="1600200"/>
            <a:ext cx="668592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19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ftr" idx="20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sldNum" idx="21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AF875CF7-A9F8-4BE6-B0A8-91305F9D2FC8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86800" y="4406760"/>
            <a:ext cx="631440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14760">
              <a:lnSpc>
                <a:spcPct val="100000"/>
              </a:lnSpc>
              <a:buNone/>
              <a:tabLst>
                <a:tab pos="0" algn="l"/>
              </a:tabLst>
              <a:defRPr lang="en-US" sz="13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3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3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586800" y="2906640"/>
            <a:ext cx="631440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22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ftr" idx="23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sldNum" idx="24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4320357C-9406-46B6-8A97-F2C488BBBE5E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371520" y="274680"/>
            <a:ext cx="668592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14760">
              <a:lnSpc>
                <a:spcPct val="100000"/>
              </a:lnSpc>
              <a:buNone/>
              <a:tabLst>
                <a:tab pos="0" algn="l"/>
              </a:tabLst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371520" y="1600200"/>
            <a:ext cx="32806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3776760" y="1600200"/>
            <a:ext cx="32806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25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26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27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3CA334CA-25B9-49E0-A959-68E5F5C42194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371520" y="274680"/>
            <a:ext cx="668592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14760">
              <a:lnSpc>
                <a:spcPct val="100000"/>
              </a:lnSpc>
              <a:buNone/>
              <a:tabLst>
                <a:tab pos="0" algn="l"/>
              </a:tabLst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71520" y="1535040"/>
            <a:ext cx="328176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  <a:def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</a:pPr>
            <a:r>
              <a: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371520" y="2174760"/>
            <a:ext cx="328176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body"/>
          </p:nvPr>
        </p:nvSpPr>
        <p:spPr>
          <a:xfrm>
            <a:off x="3774240" y="1535040"/>
            <a:ext cx="328320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  <a:def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4760">
              <a:lnSpc>
                <a:spcPct val="100000"/>
              </a:lnSpc>
              <a:spcBef>
                <a:spcPts val="20"/>
              </a:spcBef>
              <a:buNone/>
              <a:tabLst>
                <a:tab pos="0" algn="l"/>
              </a:tabLst>
            </a:pPr>
            <a:r>
              <a:rPr lang="en-US" sz="11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3774240" y="2174760"/>
            <a:ext cx="32832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1160" indent="-1116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3760" lvl="1" indent="-90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6720" lvl="2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80" lvl="3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5880" lvl="4" indent="-7200" algn="l" defTabSz="14760">
              <a:lnSpc>
                <a:spcPct val="100000"/>
              </a:lnSpc>
              <a:spcBef>
                <a:spcPts val="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dt" idx="28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7"/>
          <p:cNvSpPr>
            <a:spLocks noGrp="1"/>
          </p:cNvSpPr>
          <p:nvPr>
            <p:ph type="ftr" idx="29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8"/>
          <p:cNvSpPr>
            <a:spLocks noGrp="1"/>
          </p:cNvSpPr>
          <p:nvPr>
            <p:ph type="sldNum" idx="30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51FF57F9-1966-48A7-9B65-106D37676FE9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371520" y="274680"/>
            <a:ext cx="668592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14760">
              <a:lnSpc>
                <a:spcPct val="100000"/>
              </a:lnSpc>
              <a:buNone/>
              <a:tabLst>
                <a:tab pos="0" algn="l"/>
              </a:tabLst>
              <a:def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147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14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dt" idx="31"/>
          </p:nvPr>
        </p:nvSpPr>
        <p:spPr>
          <a:xfrm>
            <a:off x="37152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130356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ftr" idx="32"/>
          </p:nvPr>
        </p:nvSpPr>
        <p:spPr>
          <a:xfrm>
            <a:off x="2538360" y="6356520"/>
            <a:ext cx="23518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sldNum" idx="33"/>
          </p:nvPr>
        </p:nvSpPr>
        <p:spPr>
          <a:xfrm>
            <a:off x="5324400" y="6356520"/>
            <a:ext cx="17326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1303560">
              <a:lnSpc>
                <a:spcPct val="100000"/>
              </a:lnSpc>
              <a:buNone/>
              <a:tabLst>
                <a:tab pos="0" algn="l"/>
              </a:tabLst>
              <a:def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1303560">
              <a:lnSpc>
                <a:spcPct val="100000"/>
              </a:lnSpc>
              <a:buNone/>
              <a:tabLst>
                <a:tab pos="0" algn="l"/>
              </a:tabLst>
            </a:pPr>
            <a:fld id="{3FA4A5E6-4262-40D3-A0A1-BAED8880C1CA}" type="slidenum">
              <a:rPr lang="en-US" sz="11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>
            <a:fillRect l="-1996" r="-1996"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/>
          <p:nvPr/>
        </p:nvSpPr>
        <p:spPr>
          <a:xfrm>
            <a:off x="6858000" y="5257800"/>
            <a:ext cx="2514240" cy="228600"/>
          </a:xfrm>
          <a:prstGeom prst="rect">
            <a:avLst/>
          </a:prstGeom>
          <a:solidFill>
            <a:srgbClr val="FDFBD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914400" y="3657600"/>
            <a:ext cx="8229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1476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This is to certify that Mr. Test 4,  from Lucknow University, has completed the Refresher Course in Education under Malaviya Mission Teacher Training Programme (MM-TTP) of University Grants Commission (UGC) organized by UGC – Malaviya Mission Teacher Training Centre, Banaras Hindu University, Varanasi – 221005 (U.P.) from 03-07-2026 to 16-07-2026.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1820160" y="2904120"/>
            <a:ext cx="64008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en-US" sz="1600" b="0" u="none" strike="noStrike">
                <a:solidFill>
                  <a:srgbClr val="FFFF00"/>
                </a:solidFill>
                <a:effectLst/>
                <a:uFillTx/>
                <a:latin typeface="Arial"/>
              </a:rPr>
              <a:t>Refresher Course in Education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3" name="Picture 62" descr="CERT-BH26060300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600" y="4878360"/>
            <a:ext cx="1828800" cy="1310760"/>
          </a:xfrm>
          <a:prstGeom prst="rect">
            <a:avLst/>
          </a:prstGeom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</TotalTime>
  <Application>LibreOffice/26.2.3.2$Windows_X86_64 LibreOffice_project/70e089b17412e4cb7773e41413306b17a2328c34</Application>
  <AppVersion>15.0000</AppVersion>
  <Words>61</Words>
  <Paragraphs>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HP</dc:creator>
  <dc:description>generated using python-pptx</dc:description>
  <dc:language>en-US</dc:language>
  <cp:lastModifiedBy/>
  <dcterms:modified xsi:type="dcterms:W3CDTF">2026-06-05T13:14:13Z</dcterms:modified>
  <cp:revision>35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A4 Paper (210x297 mm)</vt:lpwstr>
  </property>
  <property fmtid="{D5CDD505-2E9C-101B-9397-08002B2CF9AE}" pid="3" name="Slides">
    <vt:i4>1</vt:i4>
  </property>
</Properties>
</file>