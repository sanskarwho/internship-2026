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2344258-3DCB-42BD-ACFD-2B8F43D84E2F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0620BC4-5994-40D4-B434-816BF188F34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F6E22FF7-322E-4852-A631-BBAAD6552FA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BD11598C-FCD0-43D8-9ACD-783332233C7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9AA22D5-05EE-41AE-9565-214C7B3817CD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C44801D4-1445-4A7E-B80E-1566A1FC54B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65469ECD-1B8C-4EA0-9E31-33EF0BAC662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D985893-F0D1-4C7C-B29A-90A7D1E139B8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2B2213F8-BA85-4CB7-B52D-02C91A1DA2F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6786757-40BE-4A36-A5E9-FA092F342A0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AA23844-51F1-419C-881B-313E8E7F912E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000" y="5257800"/>
            <a:ext cx="2514240" cy="228600"/>
          </a:xfrm>
          <a:prstGeom prst="rect">
            <a:avLst/>
          </a:prstGeom>
          <a:solidFill>
            <a:srgbClr val="FDFB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Prof. Sanskar Shukla, Professor from Banaras Hindu University, has completed the NEP: May B under Malaviya Mission Teacher Training Programme (MM-TTP) of University Grants Commission (UGC) organized by UGC – Malaviya Mission Teacher Training Centre, Banaras Hindu University, Varanasi – 221005 (U.P.) from 18-05-2026 to 26-05-2026.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0160" y="290412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NEP: May 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CERT-BH2606060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4878360"/>
            <a:ext cx="1828800" cy="13107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2026-06-05T13:18:39Z</dcterms:modified>
  <cp:revision>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