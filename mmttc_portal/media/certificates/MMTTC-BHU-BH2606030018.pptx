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D3F215E7-BE25-4AC1-93B8-4F54648D5DF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9888A32-FA8E-4334-B533-6ED8DC817655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FBAC4E6C-E153-4D95-8B97-997910074C46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DF5B05A-B149-4378-B318-11D044B2818B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7C96704-EC32-4840-94E9-B7D217CFB666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BA396479-0132-4C59-B221-E915077A63D2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7BE19567-8F21-41D3-A651-09B7DA18B041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FCE4A5E-723F-4E3F-B653-8B4F3219DF4C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86CD1BAD-AE75-4EA6-A488-3134D41BF82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2C19C46-279A-4099-8D08-5FE9A0E23201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ADF6543-DBEF-4156-BCD8-43B91540EB6B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360" y="5257800"/>
            <a:ext cx="2514240" cy="228600"/>
          </a:xfrm>
          <a:prstGeom prst="rect">
            <a:avLst/>
          </a:prstGeom>
          <a:solidFill>
            <a:srgbClr val="F8F8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Test 4, has completed the Refresher Course in Innovation in Research Methodology under Malaviya Mission Teacher Training Programme (MM-TTP) of University Grants Commission (UGC) organized by UGC – Malaviya Mission Teacher Training Centre, Banaras Hindu University, Varanasi – 221005 (U.P.) from 08-09-2026 to 20-09-2026.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11520" y="2895120"/>
            <a:ext cx="6400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Refresher Course in Innovation in Research Methodology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MMTTC-BHU-BH2606030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40" y="5207040"/>
            <a:ext cx="1371240" cy="2430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2026-06-05T12:40:40Z</dcterms:modified>
  <cp:revision>30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